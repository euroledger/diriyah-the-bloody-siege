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A6FA-8736-2327-5363-453C62E4E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3B58A-20D6-CCC6-1D2A-9664A15F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2EA-0C9E-743A-287F-54AAA9E4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C9B1A-AE33-D821-E2EB-DACD50AE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FC22-E418-829A-A031-4B77CCCB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4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A647-A2FB-B661-1FC2-0C950AFD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83F5-41FA-6145-4845-E7368950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352F-7EE6-D464-8F8C-6EAE14DB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CD771-BDF2-FDF7-6412-70302FFD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0C05-0ACC-C62A-160F-56353AEC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F63C-81D0-5728-EC3A-A282F0AF3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17E6E-9FAB-FB13-A6A3-E91C6C9A7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E09F8-7A41-64C0-40BA-AECE64A4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D500D-445F-963E-A56E-BF0CBE3D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39080-D2D3-77D8-379D-65051BBE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3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0AB9-5E64-2688-A9FE-EC5E1CF4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8B116-6DB5-DB2C-C601-60735949D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DED7-57D7-584E-C87D-0703B8402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C9B3A-2559-8707-7A4F-46012F00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272DD-C0FB-D06A-BE38-045AD043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5BFB4-49C3-EA44-E79C-62B15BC1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1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FC46-410E-4B0B-E2AD-BAB0E2D3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F2102-F320-600E-7B0B-54A1E600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DA7E8-8F99-3AD6-3B00-3B8A3840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1EFEA-A382-3988-6465-1C8FF71A0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CB21C-15AF-65FB-E78B-C12DBAAD3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59A1B-DC64-6559-1C1F-71CDF4E1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1E492-5729-F606-B148-F31A09C7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75D00-0112-6D6E-529B-EEAD8028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0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A4C4-630D-3367-3381-B35FDE14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60F2D-1344-2A33-6291-DC5B8064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8CC62-7725-D4CF-8FFB-68407F69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43352-F676-7A00-F47F-688CF362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4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861A3D-C515-C42C-C24F-B540148D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8C621-3D8E-9A84-357E-337325FD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B1C2F-1A17-2E52-71D3-AB1D912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8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FE40-569F-C459-42BD-F612852F9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D070-4FAA-4AD3-05D8-87A10DC86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C30B-80D9-E152-8635-66E909871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D6D8A-09E9-1212-AA6F-DA0F3595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6A301-7FAA-6621-6576-013D4CAC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38BE-00A8-41E5-CFD5-1F8D796B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9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258C-0FD1-B9C6-CD65-047DD078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EAFF9-F9A7-CA3F-CCED-153997743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D00E6-5EFF-F2DB-785B-272F38D76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856CE-24AC-3E44-6DF6-38F8597C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8FD42-6477-870E-EA6D-81D37679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02D55-6923-0796-3F94-30E825B7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6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99C9-82BF-41A4-553C-8FA88565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884A2-77FA-23F7-EE69-1E57B759D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759F6-5E43-9CF4-C05D-6C813135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95509-486C-05A8-2092-A00AF075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77A-D6D5-0C97-4ABC-556C9775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6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8B85E-4FDB-DDE0-F130-D16F8D86A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851A7-92DC-F44D-2E82-CB8400220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BCEA-B10E-3E21-C68F-A7FA5B35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7A4B5-B297-18DA-3D49-E8F63789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3F2C-E6A0-F508-1B04-A1CFECA8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62418-BE5B-4C1C-A922-293F470E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DF06B-B310-BBD5-2348-F59CFE44E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5CDD-CDC0-72D2-DC4A-B7162799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1E28E-DFBE-4D98-A230-5690AA149B6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BC44-01EF-A94F-0C04-0056D7F69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76A8-C3F5-0A0B-408E-369DF3CDD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65ACF-90E6-46E4-AD19-5F3594B8C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6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1E4C18-418A-69AC-DA5F-949731425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59" y="63795"/>
            <a:ext cx="8986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5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7D61E-0426-0ECA-9212-2E16C156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78" y="14176"/>
            <a:ext cx="9059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6777-4A09-A554-463A-759612FA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124A4-3AAD-F489-3B47-83CCD7E0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74" y="0"/>
            <a:ext cx="9048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6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A281-2770-921B-5F66-E191463F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31E51-40E7-4C9E-DD4F-73BAE1D13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433" y="0"/>
            <a:ext cx="9019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5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AA90-6C82-18D0-417D-345B571F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A513C-6214-B5BD-2BB1-F43B78F2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14" y="0"/>
            <a:ext cx="9027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Richardson</dc:creator>
  <cp:lastModifiedBy>Mike Richardson</cp:lastModifiedBy>
  <cp:revision>3</cp:revision>
  <dcterms:created xsi:type="dcterms:W3CDTF">2026-06-09T14:58:59Z</dcterms:created>
  <dcterms:modified xsi:type="dcterms:W3CDTF">2026-06-11T16:29:14Z</dcterms:modified>
</cp:coreProperties>
</file>