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0" r:id="rId4"/>
    <p:sldId id="259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2" autoAdjust="0"/>
    <p:restoredTop sz="94660"/>
  </p:normalViewPr>
  <p:slideViewPr>
    <p:cSldViewPr snapToGrid="0">
      <p:cViewPr varScale="1">
        <p:scale>
          <a:sx n="90" d="100"/>
          <a:sy n="90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FCCAE8-51FF-4BCC-9D83-0423A514E30D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E4100-AB8E-4102-B422-BB278883E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92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9E4100-AB8E-4102-B422-BB278883ECB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861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BA6FA-8736-2327-5363-453C62E4E4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03B58A-20D6-CCC6-1D2A-9664A15F0D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3D2EA-0C9E-743A-287F-54AAA9E49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1E28E-DFBE-4D98-A230-5690AA149B6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FC9B1A-AE33-D821-E2EB-DACD50AEF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CFC22-E418-829A-A031-4B77CCCBD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65ACF-90E6-46E4-AD19-5F3594B8C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848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FA647-A2FB-B661-1FC2-0C950AFDD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C83F5-41FA-6145-4845-E73689504C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0A352F-7EE6-D464-8F8C-6EAE14DB8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1E28E-DFBE-4D98-A230-5690AA149B6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CD771-BDF2-FDF7-6412-70302FFD5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70C05-0ACC-C62A-160F-56353AECC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65ACF-90E6-46E4-AD19-5F3594B8C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013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8F63C-81D0-5728-EC3A-A282F0AF3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C17E6E-9FAB-FB13-A6A3-E91C6C9A7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E09F8-7A41-64C0-40BA-AECE64A49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1E28E-DFBE-4D98-A230-5690AA149B6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D500D-445F-963E-A56E-BF0CBE3D6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C39080-D2D3-77D8-379D-65051BBE7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65ACF-90E6-46E4-AD19-5F3594B8C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035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20AB9-5E64-2688-A9FE-EC5E1CF42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8B116-6DB5-DB2C-C601-60735949D1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37DED7-57D7-584E-C87D-0703B8402C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C9B3A-2559-8707-7A4F-46012F006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1E28E-DFBE-4D98-A230-5690AA149B6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B272DD-C0FB-D06A-BE38-045AD0436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D5BFB4-49C3-EA44-E79C-62B15BC1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65ACF-90E6-46E4-AD19-5F3594B8C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818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FFC46-410E-4B0B-E2AD-BAB0E2D3A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2F2102-F320-600E-7B0B-54A1E600F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8DA7E8-8F99-3AD6-3B00-3B8A38402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E1EFEA-A382-3988-6465-1C8FF71A0C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DCB21C-15AF-65FB-E78B-C12DBAAD34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359A1B-DC64-6559-1C1F-71CDF4E11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1E28E-DFBE-4D98-A230-5690AA149B6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51E492-5729-F606-B148-F31A09C71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975D00-0112-6D6E-529B-EEAD8028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65ACF-90E6-46E4-AD19-5F3594B8C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100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3A4C4-630D-3367-3381-B35FDE14F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460F2D-1344-2A33-6291-DC5B80646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1E28E-DFBE-4D98-A230-5690AA149B6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B8CC62-7725-D4CF-8FFB-68407F694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A43352-F676-7A00-F47F-688CF362F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65ACF-90E6-46E4-AD19-5F3594B8C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140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861A3D-C515-C42C-C24F-B540148DC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1E28E-DFBE-4D98-A230-5690AA149B6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88C621-3D8E-9A84-357E-337325FDE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B1C2F-1A17-2E52-71D3-AB1D912F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65ACF-90E6-46E4-AD19-5F3594B8C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884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7FE40-569F-C459-42BD-F612852F9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9D070-4FAA-4AD3-05D8-87A10DC86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C4C30B-80D9-E152-8635-66E9098718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5D6D8A-09E9-1212-AA6F-DA0F35959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1E28E-DFBE-4D98-A230-5690AA149B6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6A301-7FAA-6621-6576-013D4CACB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B38BE-00A8-41E5-CFD5-1F8D796B8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65ACF-90E6-46E4-AD19-5F3594B8C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495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2258C-0FD1-B9C6-CD65-047DD078A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3EAFF9-F9A7-CA3F-CCED-1539977430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D00E6-5EFF-F2DB-785B-272F38D762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6856CE-24AC-3E44-6DF6-38F8597C4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1E28E-DFBE-4D98-A230-5690AA149B6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A8FD42-6477-870E-EA6D-81D376799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02D55-6923-0796-3F94-30E825B7C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65ACF-90E6-46E4-AD19-5F3594B8C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769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399C9-82BF-41A4-553C-8FA88565A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5884A2-77FA-23F7-EE69-1E57B759D2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4759F6-5E43-9CF4-C05D-6C813135B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1E28E-DFBE-4D98-A230-5690AA149B6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495509-486C-05A8-2092-A00AF0757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2777A-D6D5-0C97-4ABC-556C97753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65ACF-90E6-46E4-AD19-5F3594B8C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461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68B85E-4FDB-DDE0-F130-D16F8D86A9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9851A7-92DC-F44D-2E82-CB8400220D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ABCEA-B10E-3E21-C68F-A7FA5B351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1E28E-DFBE-4D98-A230-5690AA149B6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7A4B5-B297-18DA-3D49-E8F637895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63F2C-E6A0-F508-1B04-A1CFECA82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65ACF-90E6-46E4-AD19-5F3594B8C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681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462418-BE5B-4C1C-A922-293F470E0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1DF06B-B310-BBD5-2348-F59CFE44E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0E5CDD-CDC0-72D2-DC4A-B7162799A9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1E28E-DFBE-4D98-A230-5690AA149B6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5BC44-01EF-A94F-0C04-0056D7F69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BE76A8-C3F5-0A0B-408E-369DF3CDD5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565ACF-90E6-46E4-AD19-5F3594B8C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263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E1E4C18-418A-69AC-DA5F-949731425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877" y="170121"/>
            <a:ext cx="89863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257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CB7D61E-0426-0ECA-9212-2E16C156A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378" y="14176"/>
            <a:ext cx="90592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880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F6777-4A09-A554-463A-759612FAF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0124A4-3AAD-F489-3B47-83CCD7E00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874" y="0"/>
            <a:ext cx="904825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561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8A281-2770-921B-5F66-E191463F8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631E51-40E7-4C9E-DD4F-73BAE1D13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433" y="0"/>
            <a:ext cx="90191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255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AA90-6C82-18D0-417D-345B571F9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1A513C-6214-B5BD-2BB1-F43B78F27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014" y="0"/>
            <a:ext cx="90279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36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2301</TotalTime>
  <Words>1</Words>
  <Application>Microsoft Office PowerPoint</Application>
  <PresentationFormat>Widescreen</PresentationFormat>
  <Paragraphs>1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Mike Richardson</dc:creator>
  <cp:lastModifiedBy>Mike Richardson</cp:lastModifiedBy>
  <cp:revision>4</cp:revision>
  <dcterms:created xsi:type="dcterms:W3CDTF">2026-06-09T14:58:59Z</dcterms:created>
  <dcterms:modified xsi:type="dcterms:W3CDTF">2026-06-14T14:47:13Z</dcterms:modified>
</cp:coreProperties>
</file>